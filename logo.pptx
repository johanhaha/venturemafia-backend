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4" pos="5201" userDrawn="1">
          <p15:clr>
            <a:srgbClr val="A4A3A4"/>
          </p15:clr>
        </p15:guide>
        <p15:guide id="5" orient="horz" pos="2840" userDrawn="1">
          <p15:clr>
            <a:srgbClr val="A4A3A4"/>
          </p15:clr>
        </p15:guide>
        <p15:guide id="6" orient="horz" pos="1026" userDrawn="1">
          <p15:clr>
            <a:srgbClr val="A4A3A4"/>
          </p15:clr>
        </p15:guide>
        <p15:guide id="7" pos="2933" userDrawn="1">
          <p15:clr>
            <a:srgbClr val="A4A3A4"/>
          </p15:clr>
        </p15:guide>
        <p15:guide id="8" orient="horz" pos="1480" userDrawn="1">
          <p15:clr>
            <a:srgbClr val="A4A3A4"/>
          </p15:clr>
        </p15:guide>
        <p15:guide id="9" pos="3613" userDrawn="1">
          <p15:clr>
            <a:srgbClr val="A4A3A4"/>
          </p15:clr>
        </p15:guide>
        <p15:guide id="10" pos="4067" userDrawn="1">
          <p15:clr>
            <a:srgbClr val="A4A3A4"/>
          </p15:clr>
        </p15:guide>
        <p15:guide id="11" pos="4520" userDrawn="1">
          <p15:clr>
            <a:srgbClr val="A4A3A4"/>
          </p15:clr>
        </p15:guide>
        <p15:guide id="12" pos="4974" userDrawn="1">
          <p15:clr>
            <a:srgbClr val="A4A3A4"/>
          </p15:clr>
        </p15:guide>
        <p15:guide id="13" orient="horz" pos="19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0"/>
  </p:normalViewPr>
  <p:slideViewPr>
    <p:cSldViewPr snapToGrid="0">
      <p:cViewPr varScale="1">
        <p:scale>
          <a:sx n="209" d="100"/>
          <a:sy n="209" d="100"/>
        </p:scale>
        <p:origin x="200" y="240"/>
      </p:cViewPr>
      <p:guideLst>
        <p:guide orient="horz" pos="2160"/>
        <p:guide pos="2479"/>
        <p:guide pos="5201"/>
        <p:guide orient="horz" pos="2840"/>
        <p:guide orient="horz" pos="1026"/>
        <p:guide pos="2933"/>
        <p:guide orient="horz" pos="1480"/>
        <p:guide pos="3613"/>
        <p:guide pos="4067"/>
        <p:guide pos="4520"/>
        <p:guide pos="4974"/>
        <p:guide orient="horz" pos="19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8FF44-05DF-3009-3C97-7C22B8175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D16DCD-1A23-29BF-C2BD-4F236ACFD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F67E0-A2C0-FA88-88BD-775A940F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00BA7-2142-44CB-7050-5C154314A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0C539-EAB1-20B3-1498-CE606482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0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9AB6-9691-5A46-8794-B849F4DE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A9A50-02A0-8C8D-5A70-829E85873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F82A7-CBC8-1AF7-7116-4FB9761C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77EA4-4036-04B7-C478-7FCDBD29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E5CB7-8467-8DD8-69CC-33C5F1CD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4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8C9F-3F67-49EA-36F3-305B1229E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9FF27-FF9C-6A44-420C-C1115E5AC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E4D72-3EF5-849E-C1DB-BFF1DBCA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C99EB-9144-6C41-62A4-3359C87E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14B4E-EA63-C04F-6B26-CB094838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5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58A6-1454-53EB-FC27-A59E32C8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B5854-AC63-A146-487A-61229026B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3E6E4-C916-DA57-4915-73CAE63E6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C5D16-6508-0AB9-FDB4-6A2D9DCD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2AF81-8AB6-AF9A-B54A-02FC93581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C2170-E49C-63E4-DD54-0F2007BA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16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B5CB7-9F79-C11C-926F-5DB985E6D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8A647-A50A-BC41-D4D9-77F65E514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AB85C-14F8-99CB-47F9-D90670EB4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FDA6D-B24A-7F4C-0950-FC01C68EA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39FAB-58CC-53B5-FF4C-EE8F1761E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3E88E9-66B6-FA70-E215-C353A8424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96693-C669-49A7-3F9C-A3FA68EC7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5FD08-7437-62BC-46A1-83A21FDB7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570E-248A-B618-F046-67F1851B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923EE8-A4AF-61C8-BF78-64D49CA3E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C83D8-7002-C711-A041-2C46F83A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E6F0D-9992-0A14-E429-F428DAC7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6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41B96F-B729-1F18-4764-E5801A00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4747B-BC5A-DB83-DF7A-84126D721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47BB7-9015-06C5-1459-676DD043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74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5E98-B54B-88DE-3092-D9EE12EC9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769AA-2C11-730B-C8D9-97739881C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04403-E99F-066E-BFDD-2EA2F2042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2F911-F9E8-66AC-5383-4CD9F7068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C02B1-90BF-4828-AC11-5B18FD65B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03C1A-57C1-44FC-5412-50B62424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0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E447-411D-380F-DDA1-389A7346B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55FEA7-FC89-7FAB-15E4-4A9C9A695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33429-9F92-1524-2397-416ECF565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30B6F-DB45-51BA-6A91-B29C0CC0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4C500-7987-6C67-BCDE-4C03323A5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A853E-B9B2-4CD8-8D2F-14DEF6A1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48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28686-CE79-5473-B96F-FBD71DDF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A6F4E-D1B7-A6C7-27DF-C3E178030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2F591-2375-E39F-7EFF-FD3BA774B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DCAF7-2175-F609-1D92-8E18E397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60107-AACC-4404-9177-EC1010DBF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7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8FF27-162A-AAB9-F9CC-421FD564A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A6683-263E-81CF-ECDD-DDE53EF5A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9953E-2588-4E40-1D95-DB6880C0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75BCF-6DB7-387D-8A8E-B3D543F3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17CCD-B0A3-71AD-F45F-95C65573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05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9418DE6-685F-12E9-9379-6D06C1BDD2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20832282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5C956A-A63B-836B-2459-70D6B27C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6FF2B-52E5-AF26-E91B-2E7FAEE0A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7D888-588A-956D-A5AD-C65FEAE3D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DE321-4F92-294A-8C14-7E939630E862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DEB95-9D3A-A9AF-ED03-1C64B1EAD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5E75E-6C25-3901-8A7A-FF807D34E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5CC06-65A3-B741-91F6-19F7700D0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2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B8BFC56-0D62-B958-E852-2641E8309B4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8BFC56-0D62-B958-E852-2641E8309B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1363FC8-3E68-AC8A-F65D-7B3F4446DD38}"/>
              </a:ext>
            </a:extLst>
          </p:cNvPr>
          <p:cNvGrpSpPr/>
          <p:nvPr/>
        </p:nvGrpSpPr>
        <p:grpSpPr>
          <a:xfrm>
            <a:off x="3944112" y="1633728"/>
            <a:ext cx="4328160" cy="2877312"/>
            <a:chOff x="3944112" y="1633728"/>
            <a:chExt cx="4328160" cy="28773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A6C517D-DBF0-8EB4-4C42-E4A56DBD2E85}"/>
                </a:ext>
              </a:extLst>
            </p:cNvPr>
            <p:cNvSpPr/>
            <p:nvPr/>
          </p:nvSpPr>
          <p:spPr>
            <a:xfrm>
              <a:off x="3944112" y="1633728"/>
              <a:ext cx="1786128" cy="1819779"/>
            </a:xfrm>
            <a:custGeom>
              <a:avLst/>
              <a:gdLst>
                <a:gd name="connsiteX0" fmla="*/ 0 w 1786128"/>
                <a:gd name="connsiteY0" fmla="*/ 719328 h 1819779"/>
                <a:gd name="connsiteX1" fmla="*/ 719328 w 1786128"/>
                <a:gd name="connsiteY1" fmla="*/ 1804416 h 1819779"/>
                <a:gd name="connsiteX2" fmla="*/ 1786128 w 1786128"/>
                <a:gd name="connsiteY2" fmla="*/ 0 h 181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86128" h="1819779">
                  <a:moveTo>
                    <a:pt x="0" y="719328"/>
                  </a:moveTo>
                  <a:cubicBezTo>
                    <a:pt x="210820" y="1321816"/>
                    <a:pt x="421640" y="1924304"/>
                    <a:pt x="719328" y="1804416"/>
                  </a:cubicBezTo>
                  <a:cubicBezTo>
                    <a:pt x="1017016" y="1684528"/>
                    <a:pt x="1401572" y="842264"/>
                    <a:pt x="1786128" y="0"/>
                  </a:cubicBezTo>
                </a:path>
              </a:pathLst>
            </a:custGeom>
            <a:noFill/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16F5C58-9C76-778E-8DC8-D479D431EABE}"/>
                </a:ext>
              </a:extLst>
            </p:cNvPr>
            <p:cNvSpPr/>
            <p:nvPr/>
          </p:nvSpPr>
          <p:spPr>
            <a:xfrm>
              <a:off x="4657344" y="2335726"/>
              <a:ext cx="3614928" cy="2175314"/>
            </a:xfrm>
            <a:custGeom>
              <a:avLst/>
              <a:gdLst>
                <a:gd name="connsiteX0" fmla="*/ 0 w 3596640"/>
                <a:gd name="connsiteY0" fmla="*/ 2175314 h 2175314"/>
                <a:gd name="connsiteX1" fmla="*/ 1078992 w 3596640"/>
                <a:gd name="connsiteY1" fmla="*/ 17330 h 2175314"/>
                <a:gd name="connsiteX2" fmla="*/ 1798320 w 3596640"/>
                <a:gd name="connsiteY2" fmla="*/ 1102418 h 2175314"/>
                <a:gd name="connsiteX3" fmla="*/ 2517648 w 3596640"/>
                <a:gd name="connsiteY3" fmla="*/ 17330 h 2175314"/>
                <a:gd name="connsiteX4" fmla="*/ 3236976 w 3596640"/>
                <a:gd name="connsiteY4" fmla="*/ 1102418 h 2175314"/>
                <a:gd name="connsiteX5" fmla="*/ 3596640 w 3596640"/>
                <a:gd name="connsiteY5" fmla="*/ 846386 h 2175314"/>
                <a:gd name="connsiteX0" fmla="*/ 0 w 3614928"/>
                <a:gd name="connsiteY0" fmla="*/ 2175314 h 2175314"/>
                <a:gd name="connsiteX1" fmla="*/ 1078992 w 3614928"/>
                <a:gd name="connsiteY1" fmla="*/ 17330 h 2175314"/>
                <a:gd name="connsiteX2" fmla="*/ 1798320 w 3614928"/>
                <a:gd name="connsiteY2" fmla="*/ 1102418 h 2175314"/>
                <a:gd name="connsiteX3" fmla="*/ 2517648 w 3614928"/>
                <a:gd name="connsiteY3" fmla="*/ 17330 h 2175314"/>
                <a:gd name="connsiteX4" fmla="*/ 3236976 w 3614928"/>
                <a:gd name="connsiteY4" fmla="*/ 1102418 h 2175314"/>
                <a:gd name="connsiteX5" fmla="*/ 3614928 w 3614928"/>
                <a:gd name="connsiteY5" fmla="*/ 724466 h 217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14928" h="2175314">
                  <a:moveTo>
                    <a:pt x="0" y="2175314"/>
                  </a:moveTo>
                  <a:cubicBezTo>
                    <a:pt x="389636" y="1185730"/>
                    <a:pt x="779272" y="196146"/>
                    <a:pt x="1078992" y="17330"/>
                  </a:cubicBezTo>
                  <a:cubicBezTo>
                    <a:pt x="1378712" y="-161486"/>
                    <a:pt x="1558544" y="1102418"/>
                    <a:pt x="1798320" y="1102418"/>
                  </a:cubicBezTo>
                  <a:cubicBezTo>
                    <a:pt x="2038096" y="1102418"/>
                    <a:pt x="2277872" y="17330"/>
                    <a:pt x="2517648" y="17330"/>
                  </a:cubicBezTo>
                  <a:cubicBezTo>
                    <a:pt x="2757424" y="17330"/>
                    <a:pt x="3057144" y="964242"/>
                    <a:pt x="3236976" y="1102418"/>
                  </a:cubicBezTo>
                  <a:cubicBezTo>
                    <a:pt x="3416808" y="1240594"/>
                    <a:pt x="3525012" y="921570"/>
                    <a:pt x="3614928" y="724466"/>
                  </a:cubicBezTo>
                </a:path>
              </a:pathLst>
            </a:custGeom>
            <a:noFill/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17017126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Torssell, Johan</dc:creator>
  <cp:lastModifiedBy>Torssell, Johan</cp:lastModifiedBy>
  <cp:revision>3</cp:revision>
  <dcterms:created xsi:type="dcterms:W3CDTF">2024-03-23T09:07:10Z</dcterms:created>
  <dcterms:modified xsi:type="dcterms:W3CDTF">2024-03-23T09:59:15Z</dcterms:modified>
</cp:coreProperties>
</file>